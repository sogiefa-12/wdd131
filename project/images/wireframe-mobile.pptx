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4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6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7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7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2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58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4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9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6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5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2322A-8F22-4C92-A59F-7523F42D297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838D6-2532-4024-89C2-EF44B081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9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914400" y="2579077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3188677" y="281349"/>
            <a:ext cx="4525108" cy="6166339"/>
            <a:chOff x="3188677" y="281349"/>
            <a:chExt cx="4525108" cy="6166339"/>
          </a:xfrm>
        </p:grpSpPr>
        <p:sp>
          <p:nvSpPr>
            <p:cNvPr id="4" name="Rectangle 3"/>
            <p:cNvSpPr/>
            <p:nvPr/>
          </p:nvSpPr>
          <p:spPr>
            <a:xfrm>
              <a:off x="3188677" y="281349"/>
              <a:ext cx="4525108" cy="61663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3188677" y="372821"/>
              <a:ext cx="631064" cy="369332"/>
              <a:chOff x="1088265" y="1253406"/>
              <a:chExt cx="631064" cy="369332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171977" y="1326524"/>
                <a:ext cx="463640" cy="296214"/>
                <a:chOff x="1148862" y="844062"/>
                <a:chExt cx="586153" cy="65649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1148862" y="844062"/>
                  <a:ext cx="586153" cy="65649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1148862" y="844062"/>
                  <a:ext cx="586153" cy="6564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1148862" y="844062"/>
                  <a:ext cx="586153" cy="6564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/>
              <p:cNvSpPr txBox="1"/>
              <p:nvPr/>
            </p:nvSpPr>
            <p:spPr>
              <a:xfrm>
                <a:off x="1088265" y="1253406"/>
                <a:ext cx="631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Logo</a:t>
                </a:r>
                <a:endParaRPr lang="en-US" dirty="0"/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4058661" y="394063"/>
              <a:ext cx="3416203" cy="4617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90584" y="548611"/>
              <a:ext cx="4946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Home</a:t>
              </a:r>
              <a:endParaRPr lang="en-US" sz="10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85265" y="551050"/>
              <a:ext cx="9170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Study Spots</a:t>
              </a:r>
              <a:endParaRPr lang="en-US" sz="10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48339" y="540913"/>
              <a:ext cx="1068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Weekly planner</a:t>
              </a:r>
              <a:endParaRPr lang="en-US" sz="10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22325" y="536067"/>
              <a:ext cx="7688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References</a:t>
              </a:r>
              <a:endParaRPr lang="en-US" sz="1000" dirty="0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3319280" y="1384839"/>
              <a:ext cx="4202475" cy="1210614"/>
              <a:chOff x="3504209" y="1365161"/>
              <a:chExt cx="3514777" cy="199935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3504209" y="1365161"/>
                <a:ext cx="3514777" cy="19993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3504209" y="1378039"/>
                <a:ext cx="3514777" cy="19864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3504209" y="1365161"/>
                <a:ext cx="3514777" cy="19993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 flipH="1">
              <a:off x="4668913" y="2595453"/>
              <a:ext cx="1820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Heading</a:t>
              </a:r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319279" y="3278220"/>
              <a:ext cx="4202475" cy="6334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347101" y="4229553"/>
              <a:ext cx="4202475" cy="6334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 smtClean="0">
                  <a:solidFill>
                    <a:sysClr val="windowText" lastClr="000000"/>
                  </a:solidFill>
                </a:rPr>
                <a:t>Welcome</a:t>
              </a:r>
            </a:p>
            <a:p>
              <a:r>
                <a:rPr lang="en-US" sz="1200" b="1" dirty="0" err="1" smtClean="0">
                  <a:solidFill>
                    <a:sysClr val="windowText" lastClr="000000"/>
                  </a:solidFill>
                </a:rPr>
                <a:t>Greeetings</a:t>
              </a:r>
              <a:endParaRPr lang="en-US" sz="1200" b="1" dirty="0" smtClean="0">
                <a:solidFill>
                  <a:sysClr val="windowText" lastClr="000000"/>
                </a:solidFill>
              </a:endParaRPr>
            </a:p>
            <a:p>
              <a:r>
                <a:rPr lang="en-US" sz="1200" b="1" dirty="0" smtClean="0">
                  <a:solidFill>
                    <a:sysClr val="windowText" lastClr="000000"/>
                  </a:solidFill>
                </a:rPr>
                <a:t>Last visit</a:t>
              </a:r>
              <a:endParaRPr 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347101" y="5125536"/>
              <a:ext cx="4202475" cy="6334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 err="1" smtClean="0">
                  <a:solidFill>
                    <a:sysClr val="windowText" lastClr="000000"/>
                  </a:solidFill>
                </a:rPr>
                <a:t>Anoucments</a:t>
              </a:r>
              <a:endParaRPr lang="en-US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319279" y="6021519"/>
              <a:ext cx="4202475" cy="3802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Footer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9353" y="3226744"/>
              <a:ext cx="12140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Quick links</a:t>
              </a:r>
              <a:endParaRPr lang="en-US" b="1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445747" y="3673992"/>
              <a:ext cx="1239518" cy="1846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Find spot</a:t>
              </a:r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817099" y="3661685"/>
              <a:ext cx="1239518" cy="1846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planner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35343" y="3649378"/>
              <a:ext cx="1239518" cy="1846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Reference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1373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</cp:revision>
  <dcterms:created xsi:type="dcterms:W3CDTF">2026-02-03T14:19:54Z</dcterms:created>
  <dcterms:modified xsi:type="dcterms:W3CDTF">2026-02-03T15:09:43Z</dcterms:modified>
</cp:coreProperties>
</file>